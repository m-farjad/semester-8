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334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3" r:id="rId33"/>
    <p:sldId id="330" r:id="rId34"/>
    <p:sldId id="331" r:id="rId35"/>
    <p:sldId id="333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viewProps" Target="viewProps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29" Type="http://schemas.openxmlformats.org/officeDocument/2006/relationships/slide" Target="slides/slide28.xml" /><Relationship Id="rId41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notesMaster" Target="notesMasters/notesMaster1.xml" /><Relationship Id="rId40" Type="http://schemas.openxmlformats.org/officeDocument/2006/relationships/theme" Target="theme/theme1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slide" Target="slides/slide35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31" Type="http://schemas.openxmlformats.org/officeDocument/2006/relationships/slide" Target="slides/slide30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A514A8-07ED-A549-91DF-EC98C17B650F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56C032-3680-7C48-8E07-2783DD83E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40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56C032-3680-7C48-8E07-2783DD83E1A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10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svis.it/goal13/notizie/1304-20852/sustainable-development-report-i-paesi-nordici-guidano-il-raggiungimento-degli-sdgs" TargetMode="External" /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2.xml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 /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 /><Relationship Id="rId1" Type="http://schemas.openxmlformats.org/officeDocument/2006/relationships/slideLayout" Target="../slideLayouts/slideLayout7.xml" 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 /><Relationship Id="rId1" Type="http://schemas.openxmlformats.org/officeDocument/2006/relationships/slideLayout" Target="../slideLayouts/slideLayout7.xml" 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 /><Relationship Id="rId1" Type="http://schemas.openxmlformats.org/officeDocument/2006/relationships/slideLayout" Target="../slideLayouts/slideLayout7.xml" 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 /><Relationship Id="rId1" Type="http://schemas.openxmlformats.org/officeDocument/2006/relationships/slideLayout" Target="../slideLayouts/slideLayout7.xml" 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7.xml" 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 /><Relationship Id="rId1" Type="http://schemas.openxmlformats.org/officeDocument/2006/relationships/slideLayout" Target="../slideLayouts/slideLayout7.xml" 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 /><Relationship Id="rId1" Type="http://schemas.openxmlformats.org/officeDocument/2006/relationships/slideLayout" Target="../slideLayouts/slideLayout7.xml" 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 /><Relationship Id="rId1" Type="http://schemas.openxmlformats.org/officeDocument/2006/relationships/slideLayout" Target="../slideLayouts/slideLayout7.xml" 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 /><Relationship Id="rId1" Type="http://schemas.openxmlformats.org/officeDocument/2006/relationships/slideLayout" Target="../slideLayouts/slideLayout7.xml" 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 /><Relationship Id="rId1" Type="http://schemas.openxmlformats.org/officeDocument/2006/relationships/slideLayout" Target="../slideLayouts/slideLayout7.xml" 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 /><Relationship Id="rId1" Type="http://schemas.openxmlformats.org/officeDocument/2006/relationships/slideLayout" Target="../slideLayouts/slideLayout7.xml" 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 /><Relationship Id="rId1" Type="http://schemas.openxmlformats.org/officeDocument/2006/relationships/slideLayout" Target="../slideLayouts/slideLayout7.xml" 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 /><Relationship Id="rId1" Type="http://schemas.openxmlformats.org/officeDocument/2006/relationships/slideLayout" Target="../slideLayouts/slideLayout7.xml" 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 /><Relationship Id="rId1" Type="http://schemas.openxmlformats.org/officeDocument/2006/relationships/slideLayout" Target="../slideLayouts/slideLayout7.xml" 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 /><Relationship Id="rId1" Type="http://schemas.openxmlformats.org/officeDocument/2006/relationships/slideLayout" Target="../slideLayouts/slideLayout7.xml" 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 /><Relationship Id="rId1" Type="http://schemas.openxmlformats.org/officeDocument/2006/relationships/slideLayout" Target="../slideLayouts/slideLayout7.xml" 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 /><Relationship Id="rId1" Type="http://schemas.openxmlformats.org/officeDocument/2006/relationships/slideLayout" Target="../slideLayouts/slideLayout7.xml" 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 /><Relationship Id="rId1" Type="http://schemas.openxmlformats.org/officeDocument/2006/relationships/slideLayout" Target="../slideLayouts/slideLayout7.xml" 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 /><Relationship Id="rId1" Type="http://schemas.openxmlformats.org/officeDocument/2006/relationships/slideLayout" Target="../slideLayouts/slideLayout7.xml" 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 /><Relationship Id="rId1" Type="http://schemas.openxmlformats.org/officeDocument/2006/relationships/slideLayout" Target="../slideLayouts/slideLayout7.xml" 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2352-1048-5412-A64D-744B65AC6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Sustainable Development Goals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F3D8BD-12DD-1F43-4E6C-4CD417376D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1600200"/>
            <a:ext cx="9144000" cy="5257800"/>
          </a:xfrm>
        </p:spPr>
      </p:pic>
    </p:spTree>
    <p:extLst>
      <p:ext uri="{BB962C8B-B14F-4D97-AF65-F5344CB8AC3E}">
        <p14:creationId xmlns:p14="http://schemas.microsoft.com/office/powerpoint/2010/main" val="4134567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3-Sustainable-development-goals-3-6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858"/>
            <a:ext cx="9144000" cy="70757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-Sustainable-development-goals-4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321"/>
            <a:ext cx="9144000" cy="68693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5-Sustainable-development-goals-5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48536"/>
            <a:ext cx="9144000" cy="71550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6-Sustainable-development-goals-6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19535"/>
            <a:ext cx="9144000" cy="72775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7-Sustainable-development-goals-7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923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8-Sustainable-development-goals-8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421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9-Sustainable-development-goals-9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6516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0-Sustainable-development-goals-10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43"/>
            <a:ext cx="9144000" cy="64747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1-Sustainable-development-goals-11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2053"/>
            <a:ext cx="9144000" cy="64338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2-Sustainable-development-goals-12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70870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3-Sustainable-development-goals-13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4-Sustainable-development-goals-14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5-Sustainable-development-goals-15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6-Sustainable-development-goals-16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-Sustainable-development-goals-17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8-Sustainable-development-goals-18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4964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9-Sustainable-development-goals-19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9679"/>
            <a:ext cx="9144000" cy="68976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0-Sustainable-development-goals-20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1-Sustainable-development-goals-21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4685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2-Sustainable-development-goals-22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56-Sustainable-development-goals-56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4964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57-Sustainable-development-goals-57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4964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58-Sustainable-development-goals-58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59-Sustainable-development-goals-59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393"/>
            <a:ext cx="9144000" cy="66652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0-Sustainable-development-goals-60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0089"/>
            <a:ext cx="9144000" cy="69781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1-Sustainable-development-goals-61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786"/>
            <a:ext cx="9144000" cy="66924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2-Sustainable-development-goals-62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3-Sustainable-development-goals-63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4-Sustainable-development-goals-64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196"/>
            <a:ext cx="9144000" cy="67548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5-Sustainable-development-goals-65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68-Sustainable-development-goals-68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50"/>
            <a:ext cx="9144000" cy="6828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75-Sustainable-development-goals-75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76-Sustainable-development-goals-76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78-Sustainable-development-goals-78-6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</Words>
  <Application>Microsoft Office PowerPoint</Application>
  <PresentationFormat>On-screen Show (4:3)</PresentationFormat>
  <Paragraphs>1</Paragraphs>
  <Slides>35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Sustainable Development Goals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Sustainable Development Goals</dc:title>
  <dc:subject/>
  <dc:creator>hp</dc:creator>
  <cp:keywords/>
  <dc:description>generated using python-pptx</dc:description>
  <cp:lastModifiedBy>Farjad Waseem</cp:lastModifiedBy>
  <cp:revision>4</cp:revision>
  <dcterms:created xsi:type="dcterms:W3CDTF">2013-01-27T09:14:16Z</dcterms:created>
  <dcterms:modified xsi:type="dcterms:W3CDTF">2025-05-29T08:42:49Z</dcterms:modified>
  <cp:category/>
</cp:coreProperties>
</file>