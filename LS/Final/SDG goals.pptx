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34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3" r:id="rId33"/>
    <p:sldId id="330" r:id="rId34"/>
    <p:sldId id="331" r:id="rId35"/>
    <p:sldId id="333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514A8-07ED-A549-91DF-EC98C17B650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C032-3680-7C48-8E07-2783DD83E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4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6C032-3680-7C48-8E07-2783DD83E1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svis.it/goal13/notizie/1304-20852/sustainable-development-report-i-paesi-nordici-guidano-il-raggiungimento-degli-sdg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02352-1048-5412-A64D-744B65AC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Sustainable Development Goals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F3D8BD-12DD-1F43-4E6C-4CD417376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600200"/>
            <a:ext cx="9144000" cy="5257800"/>
          </a:xfrm>
        </p:spPr>
      </p:pic>
    </p:spTree>
    <p:extLst>
      <p:ext uri="{BB962C8B-B14F-4D97-AF65-F5344CB8AC3E}">
        <p14:creationId xmlns:p14="http://schemas.microsoft.com/office/powerpoint/2010/main" val="4134567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Sustainable-development-goals-3-6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858"/>
            <a:ext cx="9144000" cy="7075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Sustainable-development-goal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321"/>
            <a:ext cx="9144000" cy="6869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Sustainable-development-goal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8536"/>
            <a:ext cx="9144000" cy="7155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Sustainable-development-goal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9535"/>
            <a:ext cx="9144000" cy="72775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Sustainable-development-goal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23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Sustainable-development-goal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421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Sustainable-development-goal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6516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Sustainable-development-goal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643"/>
            <a:ext cx="9144000" cy="64747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Sustainable-development-goal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053"/>
            <a:ext cx="9144000" cy="64338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Sustainable-development-goal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870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Sustainable-development-goal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Sustainable-development-goal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Sustainable-development-goal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Sustainable-development-goal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Sustainable-development-goal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Sustainable-development-goal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Sustainable-development-goal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9679"/>
            <a:ext cx="9144000" cy="68976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Sustainable-development-goal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Sustainable-development-goal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468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Sustainable-development-goal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-Sustainable-development-goals-5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7-Sustainable-development-goals-5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8-Sustainable-development-goals-5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9-Sustainable-development-goals-5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93"/>
            <a:ext cx="9144000" cy="66652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0-Sustainable-development-goals-6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089"/>
            <a:ext cx="9144000" cy="697817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-Sustainable-development-goals-6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786"/>
            <a:ext cx="9144000" cy="66924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2-Sustainable-development-goals-6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3-Sustainable-development-goals-6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4-Sustainable-development-goals-6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196"/>
            <a:ext cx="9144000" cy="675480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5-Sustainable-development-goals-6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8-Sustainable-development-goals-6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50"/>
            <a:ext cx="9144000" cy="6828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5-Sustainable-development-goals-7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6-Sustainable-development-goals-7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8-Sustainable-development-goals-7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</Words>
  <Application>Microsoft Office PowerPoint</Application>
  <PresentationFormat>On-screen Show (4:3)</PresentationFormat>
  <Paragraphs>2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Arial</vt:lpstr>
      <vt:lpstr>Calibri</vt:lpstr>
      <vt:lpstr>Office Theme</vt:lpstr>
      <vt:lpstr>Sustainable Development 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Sustainable Development Goals</dc:title>
  <dc:subject/>
  <dc:creator>hp</dc:creator>
  <cp:keywords/>
  <dc:description>generated using python-pptx</dc:description>
  <cp:lastModifiedBy>Farjad Waseem</cp:lastModifiedBy>
  <cp:revision>6</cp:revision>
  <dcterms:created xsi:type="dcterms:W3CDTF">2013-01-27T09:14:16Z</dcterms:created>
  <dcterms:modified xsi:type="dcterms:W3CDTF">2025-05-29T13:19:32Z</dcterms:modified>
  <cp:category/>
</cp:coreProperties>
</file>