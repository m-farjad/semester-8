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4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>
        <p:scale>
          <a:sx n="69" d="100"/>
          <a:sy n="69" d="100"/>
        </p:scale>
        <p:origin x="3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2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80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70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59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4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9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89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0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8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58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78" r:id="rId6"/>
    <p:sldLayoutId id="2147483674" r:id="rId7"/>
    <p:sldLayoutId id="2147483675" r:id="rId8"/>
    <p:sldLayoutId id="2147483676" r:id="rId9"/>
    <p:sldLayoutId id="2147483677" r:id="rId10"/>
    <p:sldLayoutId id="214748367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99EBD5-ED24-E8C2-F4DE-DB92419CF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6991" y="545235"/>
            <a:ext cx="7144817" cy="3720070"/>
          </a:xfrm>
        </p:spPr>
        <p:txBody>
          <a:bodyPr>
            <a:normAutofit/>
          </a:bodyPr>
          <a:lstStyle/>
          <a:p>
            <a:r>
              <a:rPr lang="en-US" sz="7200" dirty="0" err="1"/>
              <a:t>Pulcify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6992" y="5385367"/>
            <a:ext cx="7076670" cy="826366"/>
          </a:xfrm>
        </p:spPr>
        <p:txBody>
          <a:bodyPr anchor="t">
            <a:normAutofit/>
          </a:bodyPr>
          <a:lstStyle/>
          <a:p>
            <a:r>
              <a:rPr lang="en-US" dirty="0"/>
              <a:t>Group 07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2C8322-DE75-9D80-9A42-9F4652A8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52835" y="494377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AFB89-1EBA-C1E9-80FE-E6118C95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The Problem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846-6CD8-003E-DDCF-D9DF400A4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Workforce management relied on </a:t>
            </a:r>
            <a:r>
              <a:rPr lang="en-US" b="1" dirty="0">
                <a:ea typeface="+mn-lt"/>
                <a:cs typeface="+mn-lt"/>
              </a:rPr>
              <a:t>s</a:t>
            </a:r>
            <a:r>
              <a:rPr lang="en-US" dirty="0">
                <a:ea typeface="+mn-lt"/>
                <a:cs typeface="+mn-lt"/>
              </a:rPr>
              <a:t>preadsheets, manual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timesheets, and verbal shift swaps.</a:t>
            </a:r>
            <a:endParaRPr lang="en-US"/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Time theft, schedule confusion, miscommunication, and lack of real-time tracking caused delays and inefficiencies.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dirty="0">
                <a:ea typeface="+mn-lt"/>
                <a:cs typeface="+mn-lt"/>
              </a:rPr>
              <a:t>Managers struggled to ensure fairness, accountability, or flexibility in handling workforce dynamics.</a:t>
            </a:r>
          </a:p>
        </p:txBody>
      </p:sp>
    </p:spTree>
    <p:extLst>
      <p:ext uri="{BB962C8B-B14F-4D97-AF65-F5344CB8AC3E}">
        <p14:creationId xmlns:p14="http://schemas.microsoft.com/office/powerpoint/2010/main" val="3001986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B9EF4-3172-1322-5B9D-BEF4D8ACB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C873F4A-974C-04F9-4CD0-4158183D7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7B450-281C-ABA0-2F4B-E89E13790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The Solution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1E3C95-50BD-EDE1-2320-250AAD68D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EFDE2-E8CB-7BC5-594D-BF1A0EFDA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Pulcify</a:t>
            </a:r>
            <a:r>
              <a:rPr lang="en-US" b="1" dirty="0">
                <a:ea typeface="+mn-lt"/>
                <a:cs typeface="+mn-lt"/>
              </a:rPr>
              <a:t> digitizes and automates</a:t>
            </a:r>
            <a:r>
              <a:rPr lang="en-US" dirty="0">
                <a:ea typeface="+mn-lt"/>
                <a:cs typeface="+mn-lt"/>
              </a:rPr>
              <a:t> workforce management with smart scheduling, AI-powered facial recognition, GPS-based attendance, and real-time dashboards.</a:t>
            </a:r>
          </a:p>
          <a:p>
            <a:r>
              <a:rPr lang="en-US" dirty="0">
                <a:ea typeface="+mn-lt"/>
                <a:cs typeface="+mn-lt"/>
              </a:rPr>
              <a:t>Provides a </a:t>
            </a:r>
            <a:r>
              <a:rPr lang="en-US" b="1" dirty="0">
                <a:ea typeface="+mn-lt"/>
                <a:cs typeface="+mn-lt"/>
              </a:rPr>
              <a:t>centralized, intelligent, and transparent platform</a:t>
            </a:r>
            <a:r>
              <a:rPr lang="en-US" dirty="0">
                <a:ea typeface="+mn-lt"/>
                <a:cs typeface="+mn-lt"/>
              </a:rPr>
              <a:t> for both managers and employees.</a:t>
            </a:r>
          </a:p>
          <a:p>
            <a:r>
              <a:rPr lang="en-US" dirty="0" err="1">
                <a:ea typeface="+mn-lt"/>
                <a:cs typeface="+mn-lt"/>
              </a:rPr>
              <a:t>Pulcify</a:t>
            </a:r>
            <a:r>
              <a:rPr lang="en-US" dirty="0">
                <a:ea typeface="+mn-lt"/>
                <a:cs typeface="+mn-lt"/>
              </a:rPr>
              <a:t> isn’t just a tool — it’s a </a:t>
            </a:r>
            <a:r>
              <a:rPr lang="en-US" b="1" dirty="0">
                <a:ea typeface="+mn-lt"/>
                <a:cs typeface="+mn-lt"/>
              </a:rPr>
              <a:t>cultural shift</a:t>
            </a:r>
            <a:r>
              <a:rPr lang="en-US" dirty="0">
                <a:ea typeface="+mn-lt"/>
                <a:cs typeface="+mn-lt"/>
              </a:rPr>
              <a:t> in how teams are led and managed.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85447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EDCF7-E58D-B419-4419-BA832F1E5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A2CC89-F079-6AD9-F86A-327EF2DE0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33403-799C-95DA-98D9-C40B37AA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Inspiring Vision &amp; Innovation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A0488D-8083-C0CE-746C-DB3D9C012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85D26-41F6-A73D-62A8-D1B29A2BC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Leading with Vision – The Heart of Transformational Leadership</a:t>
            </a:r>
          </a:p>
          <a:p>
            <a:r>
              <a:rPr lang="en-US" b="1" dirty="0" err="1">
                <a:ea typeface="+mn-lt"/>
                <a:cs typeface="+mn-lt"/>
              </a:rPr>
              <a:t>Pulcify</a:t>
            </a:r>
            <a:r>
              <a:rPr lang="en-US" b="1" dirty="0">
                <a:ea typeface="+mn-lt"/>
                <a:cs typeface="+mn-lt"/>
              </a:rPr>
              <a:t> digitizes and automates</a:t>
            </a:r>
            <a:r>
              <a:rPr lang="en-US" dirty="0">
                <a:ea typeface="+mn-lt"/>
                <a:cs typeface="+mn-lt"/>
              </a:rPr>
              <a:t> workforce management with smart scheduling, AI-powered facial recognition, GPS-based attendance, and real-time dashboards.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Provides a </a:t>
            </a:r>
            <a:r>
              <a:rPr lang="en-US" b="1" dirty="0">
                <a:ea typeface="+mn-lt"/>
                <a:cs typeface="+mn-lt"/>
              </a:rPr>
              <a:t>centralized, intelligent, and transparent platform</a:t>
            </a:r>
            <a:r>
              <a:rPr lang="en-US" dirty="0">
                <a:ea typeface="+mn-lt"/>
                <a:cs typeface="+mn-lt"/>
              </a:rPr>
              <a:t> for both managers and employees.</a:t>
            </a:r>
          </a:p>
          <a:p>
            <a:r>
              <a:rPr lang="en-US" dirty="0" err="1">
                <a:ea typeface="+mn-lt"/>
                <a:cs typeface="+mn-lt"/>
              </a:rPr>
              <a:t>Pulcify</a:t>
            </a:r>
            <a:r>
              <a:rPr lang="en-US" dirty="0">
                <a:ea typeface="+mn-lt"/>
                <a:cs typeface="+mn-lt"/>
              </a:rPr>
              <a:t> isn’t just a tool — it’s a </a:t>
            </a:r>
            <a:r>
              <a:rPr lang="en-US" b="1" dirty="0">
                <a:ea typeface="+mn-lt"/>
                <a:cs typeface="+mn-lt"/>
              </a:rPr>
              <a:t>cultural shift</a:t>
            </a:r>
            <a:r>
              <a:rPr lang="en-US" dirty="0">
                <a:ea typeface="+mn-lt"/>
                <a:cs typeface="+mn-lt"/>
              </a:rPr>
              <a:t> in how teams are led and managed.</a:t>
            </a: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5509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FAA80-2617-BD1F-C591-C524EA41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19AC2F-0132-2982-7E40-2F85808FD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6F0DE2-7CB4-2165-171F-0331AE72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47B428-E947-58E6-20FE-D3ACFC9E8CFC}"/>
              </a:ext>
            </a:extLst>
          </p:cNvPr>
          <p:cNvGraphicFramePr>
            <a:graphicFrameLocks noGrp="1"/>
          </p:cNvGraphicFramePr>
          <p:nvPr/>
        </p:nvGraphicFramePr>
        <p:xfrm>
          <a:off x="700088" y="3041015"/>
          <a:ext cx="10691812" cy="2103120"/>
        </p:xfrm>
        <a:graphic>
          <a:graphicData uri="http://schemas.openxmlformats.org/drawingml/2006/table">
            <a:tbl>
              <a:tblPr/>
              <a:tblGrid>
                <a:gridCol w="5345906">
                  <a:extLst>
                    <a:ext uri="{9D8B030D-6E8A-4147-A177-3AD203B41FA5}">
                      <a16:colId xmlns:a16="http://schemas.microsoft.com/office/drawing/2014/main" val="2880126610"/>
                    </a:ext>
                  </a:extLst>
                </a:gridCol>
                <a:gridCol w="5345906">
                  <a:extLst>
                    <a:ext uri="{9D8B030D-6E8A-4147-A177-3AD203B41FA5}">
                      <a16:colId xmlns:a16="http://schemas.microsoft.com/office/drawing/2014/main" val="3941463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Strengths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Weaknesses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242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 AI-powered facial recognition and GPS-based 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 Dependence on stable internet 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655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 Real-time dashboards &amp; centralized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 Initial training and user adoption curve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744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 Empowers transparency &amp; fairness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 High upfront integration cost for SMEs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87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- Strong alignment with modern leadership trends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 Data privacy &amp; security concerns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294831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973426F4-B765-B7D3-232B-1520109A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14400"/>
            <a:ext cx="3522906" cy="1307592"/>
          </a:xfrm>
        </p:spPr>
        <p:txBody>
          <a:bodyPr>
            <a:normAutofit fontScale="90000"/>
          </a:bodyPr>
          <a:lstStyle/>
          <a:p>
            <a:r>
              <a:rPr lang="en-US" dirty="0"/>
              <a:t>Swot Analysis - </a:t>
            </a:r>
            <a:r>
              <a:rPr lang="en-US" dirty="0" err="1"/>
              <a:t>Pulcify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8A3363A-221C-9D54-50B5-F3D60E02B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6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A067-D10A-2DBC-DDB0-46FD20B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7F2BC2-3C19-3EDA-2C4B-D060363E2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1B6641-96E7-6326-6C93-76B1BF8D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Leadership Actions</a:t>
            </a:r>
            <a:endParaRPr lang="en-US" dirty="0">
              <a:ea typeface="+mj-lt"/>
              <a:cs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17346A6-543C-60E5-55E9-F62688ECD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15C6C-CB74-DB1C-072D-F55FAD724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Set clear goals and communicate a compelling vision.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Encourage creativity and input from all team members.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Lead by example in adopting new digital workflows.</a:t>
            </a: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1259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2D075-C94C-BB52-8158-CC06198A1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2BF56EA-EF70-E003-CC36-D9188BD64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66C591-19FF-FCD3-42C3-36D7B5A73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Empowering People through Technology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E8B354-888D-BD18-4562-9AF2B5696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910C9-0034-CBE2-4B1B-0EBAE1DD7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Empowerment &amp; Ownership – Fueling Team Motivation</a:t>
            </a:r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Transformational leaders </a:t>
            </a:r>
            <a:r>
              <a:rPr lang="en-US" b="1" dirty="0">
                <a:ea typeface="+mn-lt"/>
                <a:cs typeface="+mn-lt"/>
              </a:rPr>
              <a:t>empower employees</a:t>
            </a:r>
            <a:r>
              <a:rPr lang="en-US" dirty="0">
                <a:ea typeface="+mn-lt"/>
                <a:cs typeface="+mn-lt"/>
              </a:rPr>
              <a:t> by giving them tools that increase autonomy and responsibility.</a:t>
            </a:r>
          </a:p>
          <a:p>
            <a:pPr>
              <a:buFont typeface="Arial"/>
            </a:pPr>
            <a:r>
              <a:rPr lang="en-US" dirty="0" err="1">
                <a:ea typeface="+mn-lt"/>
                <a:cs typeface="+mn-lt"/>
              </a:rPr>
              <a:t>Pulcify</a:t>
            </a:r>
            <a:r>
              <a:rPr lang="en-US" dirty="0">
                <a:ea typeface="+mn-lt"/>
                <a:cs typeface="+mn-lt"/>
              </a:rPr>
              <a:t> enables real-time </a:t>
            </a:r>
            <a:r>
              <a:rPr lang="en-US" b="1" dirty="0">
                <a:ea typeface="+mn-lt"/>
                <a:cs typeface="+mn-lt"/>
              </a:rPr>
              <a:t>Time Tracking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GPS-based attendance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automated timesheets</a:t>
            </a:r>
            <a:r>
              <a:rPr lang="en-US" dirty="0">
                <a:ea typeface="+mn-lt"/>
                <a:cs typeface="+mn-lt"/>
              </a:rPr>
              <a:t>, ensuring </a:t>
            </a:r>
            <a:r>
              <a:rPr lang="en-US" b="1" dirty="0">
                <a:ea typeface="+mn-lt"/>
                <a:cs typeface="+mn-lt"/>
              </a:rPr>
              <a:t>fairness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transparency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When teams see leadership values embedded in the system, </a:t>
            </a:r>
            <a:r>
              <a:rPr lang="en-US" b="1" dirty="0">
                <a:ea typeface="+mn-lt"/>
                <a:cs typeface="+mn-lt"/>
              </a:rPr>
              <a:t>trust increases</a:t>
            </a:r>
            <a:r>
              <a:rPr lang="en-US" dirty="0">
                <a:ea typeface="+mn-lt"/>
                <a:cs typeface="+mn-lt"/>
              </a:rPr>
              <a:t> and performance improves.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4667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80CE7-C64D-E70B-7F38-4A270E80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40A92-C9E8-600F-BECC-B938750E3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0BA37-31AF-E0EB-A24E-2BBF0B24B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Leadership Actions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FF221B-CE51-91CB-D1CB-FC7A064D9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CAEF3-19A0-A6F6-3466-0D9228BB4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Use transparent tools to build trust and reduce micromanagement.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Recognize efforts and ensure fairness in time and task monitoring.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Promote accountability through tech without enforcing control.</a:t>
            </a: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385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DB044-6855-50D1-BB2B-4CD1E44DA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DDE7FC-8C4C-AFC0-7AAF-790DD687F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0E4B-00A1-25F9-4B8F-A294AB940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Driving Change with Empathy &amp; Data 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28E70D-0975-17D6-F7A8-D5D9AB0EF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2F23D-8B5B-1306-9311-D63C1528B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Creating Culture &amp; Making Informed Decisions</a:t>
            </a:r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Pulcify</a:t>
            </a:r>
            <a:r>
              <a:rPr lang="en-US" dirty="0">
                <a:ea typeface="+mn-lt"/>
                <a:cs typeface="+mn-lt"/>
              </a:rPr>
              <a:t> supports a </a:t>
            </a:r>
            <a:r>
              <a:rPr lang="en-US" b="1" dirty="0">
                <a:ea typeface="+mn-lt"/>
                <a:cs typeface="+mn-lt"/>
              </a:rPr>
              <a:t>positive organizational culture</a:t>
            </a:r>
            <a:r>
              <a:rPr lang="en-US" dirty="0">
                <a:ea typeface="+mn-lt"/>
                <a:cs typeface="+mn-lt"/>
              </a:rPr>
              <a:t> through empathetic features like </a:t>
            </a:r>
            <a:r>
              <a:rPr lang="en-US" b="1" dirty="0">
                <a:ea typeface="+mn-lt"/>
                <a:cs typeface="+mn-lt"/>
              </a:rPr>
              <a:t>Leave Management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Mobile Accessibility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Transformational leaders show concern for well-being and ensure a healthy work-life balance.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With </a:t>
            </a:r>
            <a:r>
              <a:rPr lang="en-US" b="1" dirty="0">
                <a:ea typeface="+mn-lt"/>
                <a:cs typeface="+mn-lt"/>
              </a:rPr>
              <a:t>dashboards and reporting</a:t>
            </a:r>
            <a:r>
              <a:rPr lang="en-US" dirty="0">
                <a:ea typeface="+mn-lt"/>
                <a:cs typeface="+mn-lt"/>
              </a:rPr>
              <a:t>, leadership becomes </a:t>
            </a:r>
            <a:r>
              <a:rPr lang="en-US" b="1" dirty="0">
                <a:ea typeface="+mn-lt"/>
                <a:cs typeface="+mn-lt"/>
              </a:rPr>
              <a:t>data-informed</a:t>
            </a:r>
            <a:r>
              <a:rPr lang="en-US" dirty="0">
                <a:ea typeface="+mn-lt"/>
                <a:cs typeface="+mn-lt"/>
              </a:rPr>
              <a:t>, not guesswork-driven.</a:t>
            </a:r>
          </a:p>
          <a:p>
            <a:pPr>
              <a:buFont typeface="Arial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727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1995B-BCEB-AF0C-F9D3-CC429B2CD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EBC5A7-D4EF-192B-CFAE-A2C8AC153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41E2A-3910-1B75-1959-E1E0CF44B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Leadership Actions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8B156E-B0BC-4EE4-D868-486B9727E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6D3AA-87A7-7FBC-DCC7-B38B6C107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Create policies that prioritize people as well as performance.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Adapt shift structures and leave policies with employee input.</a:t>
            </a:r>
          </a:p>
          <a:p>
            <a:pPr>
              <a:buFont typeface="Arial"/>
            </a:pPr>
            <a:r>
              <a:rPr lang="en-US" dirty="0">
                <a:ea typeface="+mn-lt"/>
                <a:cs typeface="+mn-lt"/>
              </a:rPr>
              <a:t>Use real-time insights to reward, coach, and optimize team output.</a:t>
            </a:r>
          </a:p>
          <a:p>
            <a:pPr>
              <a:buFont typeface="Arial"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>
              <a:buFont typeface="Calibri" panose="020B0604020202020204" pitchFamily="34" charset="0"/>
              <a:buChar char="-"/>
            </a:pP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40855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9FF56-732F-4644-5BF0-6D51EAC8B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FADDA-2377-81B3-85E5-A9AEE86C1E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0AB7F-7D21-A07F-6913-201EF45F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 dirty="0">
                <a:ea typeface="+mj-lt"/>
                <a:cs typeface="+mj-lt"/>
              </a:rPr>
              <a:t>Conclusion – The Leadership Advantage of </a:t>
            </a:r>
            <a:r>
              <a:rPr lang="en-US" sz="3600" dirty="0" err="1">
                <a:ea typeface="+mj-lt"/>
                <a:cs typeface="+mj-lt"/>
              </a:rPr>
              <a:t>Pulcify</a:t>
            </a:r>
            <a:endParaRPr lang="en-US" dirty="0" err="1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346252-EC67-9790-0B72-565A3CB30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1A681-BCE5-17E6-AC2B-540983213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>
                <a:ea typeface="+mn-lt"/>
                <a:cs typeface="+mn-lt"/>
              </a:rPr>
              <a:t>Pulcify’s</a:t>
            </a:r>
            <a:r>
              <a:rPr lang="en-US" b="1" dirty="0">
                <a:ea typeface="+mn-lt"/>
                <a:cs typeface="+mn-lt"/>
              </a:rPr>
              <a:t> Edge – Transformational Leadership in Action</a:t>
            </a:r>
            <a:endParaRPr lang="en-US" b="1" dirty="0"/>
          </a:p>
          <a:p>
            <a:pPr>
              <a:buFont typeface="Arial"/>
              <a:buChar char="•"/>
            </a:pPr>
            <a:r>
              <a:rPr lang="en-US" dirty="0" err="1">
                <a:ea typeface="+mn-lt"/>
                <a:cs typeface="+mn-lt"/>
              </a:rPr>
              <a:t>Pulcify</a:t>
            </a:r>
            <a:r>
              <a:rPr lang="en-US" dirty="0">
                <a:ea typeface="+mn-lt"/>
                <a:cs typeface="+mn-lt"/>
              </a:rPr>
              <a:t> is not just a digital solution — it’s a </a:t>
            </a:r>
            <a:r>
              <a:rPr lang="en-US" b="1" dirty="0">
                <a:ea typeface="+mn-lt"/>
                <a:cs typeface="+mn-lt"/>
              </a:rPr>
              <a:t>leadership-driven platform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Transformational Leadership</a:t>
            </a:r>
            <a:r>
              <a:rPr lang="en-US" dirty="0">
                <a:ea typeface="+mn-lt"/>
                <a:cs typeface="+mn-lt"/>
              </a:rPr>
              <a:t> gives </a:t>
            </a:r>
            <a:r>
              <a:rPr lang="en-US" dirty="0" err="1">
                <a:ea typeface="+mn-lt"/>
                <a:cs typeface="+mn-lt"/>
              </a:rPr>
              <a:t>Pulcify</a:t>
            </a:r>
            <a:r>
              <a:rPr lang="en-US" dirty="0">
                <a:ea typeface="+mn-lt"/>
                <a:cs typeface="+mn-lt"/>
              </a:rPr>
              <a:t> the strength to:</a:t>
            </a:r>
            <a:endParaRPr lang="en-US" dirty="0"/>
          </a:p>
          <a:p>
            <a:pPr marL="800100" lvl="1" indent="-342900">
              <a:buAutoNum type="romanLcPeriod"/>
            </a:pPr>
            <a:r>
              <a:rPr lang="en-US">
                <a:ea typeface="+mn-lt"/>
                <a:cs typeface="+mn-lt"/>
              </a:rPr>
              <a:t>Inspire a shared vision of smarter work.</a:t>
            </a:r>
          </a:p>
          <a:p>
            <a:pPr marL="800100" lvl="1" indent="-342900">
              <a:buAutoNum type="romanLcPeriod"/>
            </a:pPr>
            <a:r>
              <a:rPr lang="en-US">
                <a:ea typeface="+mn-lt"/>
                <a:cs typeface="+mn-lt"/>
              </a:rPr>
              <a:t>Motivate teams by giving them the tools and trust they deserve.</a:t>
            </a:r>
          </a:p>
          <a:p>
            <a:pPr marL="800100" lvl="1" indent="-342900">
              <a:buAutoNum type="romanLcPeriod"/>
            </a:pPr>
            <a:r>
              <a:rPr lang="en-US">
                <a:ea typeface="+mn-lt"/>
                <a:cs typeface="+mn-lt"/>
              </a:rPr>
              <a:t>Foster innovation, responsibility, and a culture of continuous improvement.</a:t>
            </a:r>
            <a:endParaRPr lang="en-US"/>
          </a:p>
          <a:p>
            <a:pPr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With this strategy, </a:t>
            </a:r>
            <a:r>
              <a:rPr lang="en-US" dirty="0" err="1">
                <a:ea typeface="+mn-lt"/>
                <a:cs typeface="+mn-lt"/>
              </a:rPr>
              <a:t>Pulcify</a:t>
            </a:r>
            <a:r>
              <a:rPr lang="en-US" dirty="0">
                <a:ea typeface="+mn-lt"/>
                <a:cs typeface="+mn-lt"/>
              </a:rPr>
              <a:t> isn’t just managing shifts — it’s </a:t>
            </a:r>
            <a:r>
              <a:rPr lang="en-US" b="1" dirty="0">
                <a:ea typeface="+mn-lt"/>
                <a:cs typeface="+mn-lt"/>
              </a:rPr>
              <a:t>redefining leadership in workforce management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342900" indent="-342900"/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407861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523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Calisto MT</vt:lpstr>
      <vt:lpstr>Univers Condensed</vt:lpstr>
      <vt:lpstr>ChronicleVTI</vt:lpstr>
      <vt:lpstr>Pulcify</vt:lpstr>
      <vt:lpstr>The Problem</vt:lpstr>
      <vt:lpstr>The Solution</vt:lpstr>
      <vt:lpstr>Inspiring Vision &amp; Innovation</vt:lpstr>
      <vt:lpstr>Swot Analysis - Pulcify</vt:lpstr>
      <vt:lpstr>Leadership Actions</vt:lpstr>
      <vt:lpstr>Empowering People through Technology</vt:lpstr>
      <vt:lpstr>Leadership Actions</vt:lpstr>
      <vt:lpstr>Driving Change with Empathy &amp; Data </vt:lpstr>
      <vt:lpstr>Leadership Actions</vt:lpstr>
      <vt:lpstr>Conclusion – The Leadership Advantage of Pulcify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Pulcify</dc:title>
  <dc:creator/>
  <cp:lastModifiedBy>Farjad Waseem</cp:lastModifiedBy>
  <cp:revision>69</cp:revision>
  <dcterms:created xsi:type="dcterms:W3CDTF">2025-04-23T17:24:30Z</dcterms:created>
  <dcterms:modified xsi:type="dcterms:W3CDTF">2025-05-01T15:21:22Z</dcterms:modified>
</cp:coreProperties>
</file>